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9" r:id="rId2"/>
    <p:sldId id="506" r:id="rId3"/>
    <p:sldId id="514" r:id="rId4"/>
    <p:sldId id="507" r:id="rId5"/>
    <p:sldId id="508" r:id="rId6"/>
    <p:sldId id="509" r:id="rId7"/>
    <p:sldId id="515" r:id="rId8"/>
    <p:sldId id="5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77BC4-17D5-4B3B-8254-CC862B6A5E2F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96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7809" y="1133150"/>
            <a:ext cx="10515600" cy="1948877"/>
          </a:xfrm>
          <a:noFill/>
        </p:spPr>
        <p:txBody>
          <a:bodyPr>
            <a:normAutofit/>
          </a:bodyPr>
          <a:lstStyle/>
          <a:p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CSBS(COMPUTER SCIENCE AND BUSINESS SYSTEMS)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CB5305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PBL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205820"/>
            <a:ext cx="4822502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MITHUN PRASATH LOGESH (210425244033)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GIRISH.R (210425244045)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Business Systems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467254" y="136526"/>
            <a:ext cx="11156710" cy="1137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A8A47D1-B6FE-DF05-8C4F-BF8ADA8CECA2}"/>
              </a:ext>
            </a:extLst>
          </p:cNvPr>
          <p:cNvSpPr txBox="1"/>
          <p:nvPr/>
        </p:nvSpPr>
        <p:spPr>
          <a:xfrm>
            <a:off x="2446626" y="3286387"/>
            <a:ext cx="71979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 err="1"/>
              <a:t>CogniSignal</a:t>
            </a:r>
            <a:r>
              <a:rPr b="1" dirty="0"/>
              <a:t>: An Adaptive Multi-Model ML Pipeline for
Real-Time PCU-Weighted Dynamic Traffic Signal Optimization</a:t>
            </a: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xmlns="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4038" y="420581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N. Kirubakaran B.E M.Tech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Business Systems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xmlns="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</a:t>
            </a:fld>
            <a:endParaRPr lang="en-IN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xmlns="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07/10/2026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xmlns="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fixed-timer traffic signals operate on static schedules,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regardless of real-time vehicular volume — causing severe urban gridlock,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 fuel consumption, and delayed emergency responses.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cannot differentiate vehicle type or dynamically adapt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duration to actual road load.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07/10/2026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xmlns="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Pre-process multi-format traffic datasets (YOLO txt, Pascal VOC xml).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&amp; evaluate a Custom PyTorch CNN, Faster R-CNN, and YOLOv8.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Compute PCU density (Car=1.0, Bus=2.5, Truck=3.0, Bike=0.5, Auto=1.2).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Benchmark models: Precision, Recall, F1, mAP@0.5, FPS.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an interactive Streamlit dashboard for real-time simulation.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ML-based system capable of detecting multi-class vehicles,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PCU traffic load, and dynamically recommending green-light</a:t>
            </a:r>
          </a:p>
          <a:p>
            <a:pPr marL="0" lvl="0" indent="0">
              <a:buNone/>
            </a:pPr>
            <a:r>
              <a:t>durations (15 s – 90 s) to minimize intersection delays.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&lt;add the content and points as per need.&gt;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5419B9-8D2B-A5A3-F590-0BFB3384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BFBA6E-00B3-FA77-124C-9ED96ECA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Input, Analysis &amp; Insights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25D538F8-98D7-48A3-27E2-29A0B682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3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6A5BEA90-A627-443A-8EA9-207D3A67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07/10/2026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F0AD397-676F-684A-AD7C-D3C8687B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xmlns="" id="{8E569DF1-A45B-2F18-2C1D-E91C9F96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3F972567-383A-549B-CF00-1D76A4759ADD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/ Data Sources</a:t>
            </a:r>
          </a:p>
          <a:p>
            <a:pPr marL="0" indent="0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9 GB annotated traffic image dataset (YOLO + Pascal VOC XML formats).</a:t>
            </a: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5 vehicle classes: Car, Bus, Truck, Motorcycle, Auto-Rickshaw.</a:t>
            </a: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Tabular CSV feature data for signal-duration regression.</a:t>
            </a: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Standard RGB traffic camera images (640×640 / 128×128).</a:t>
            </a: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03E7483B-4811-61DA-D7B7-E92B17337300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/ Processing</a:t>
            </a:r>
          </a:p>
          <a:p>
            <a:pPr marL="0" indent="0" algn="just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OpenCV: Grayscale conversion, edge detection, morphological ops.</a:t>
            </a:r>
          </a:p>
          <a:p>
            <a:pPr mar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Lazy batch loading prevents RAM overflow on large datasets.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70% Train / 15% Validation / 15% Test split.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AdamW optimizer (lr=0.001) + StepLR scheduler.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Multi-task loss = CrossEntropy + 2.0 × MSE.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BDC3270D-AF1C-3E78-E712-FD035746225B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YOLOv8 achieves best accuracy (mAP@0.5: 0.908) and speed (65 FPS).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PCU weighting captures heavy-vehicle road load more accurately than raw count.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tabular model: 94.2% accuracy, MAE 1.82 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Multi-class ROC-AUC scores all exceeded 0.94.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10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336032-DF0E-254C-0CD8-AB6E6669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07/10/2026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A9A8F1E-B41B-EFBC-9FA3-324946ED4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20C423C8-65A4-300E-51C7-B4952EDE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265AD724-9C99-5D2A-C540-18B286306A28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4-stage end-to-end pipeline: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Camera Image Input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OpenCV Feature Extraction &amp; AI Object Detection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PCU Traffic Load Engine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Dynamic Signal Timer &amp; Streamlit UI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E6FB5461-00D8-24D8-D0A0-BD98F40612EA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Methodology &amp; Implementation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 1 — Custom PyTorch CNN from scratch (4 Conv+BN+ReLU+MaxPool blocks, dual head).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 2 — Faster R-CNN (MobileNetV3 FPN): Precision 0.881, 18.2 FPS.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  — YOLOv8 Small: mAP@0.5 0.908, 65 FPS. Selected winner.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Tabular — Scikit-Learn Random Forest for congestion &amp; signal regression.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xmlns="" id="{C42911C6-4047-D019-EA7D-28985C058142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Languages: Python 3.10+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t>Frameworks: PyTorch, Torchvision, Ultralytics YOLOv8, OpenCV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t>ML/DL Tools: Scikit-Learn, Pandas, NumPy, Seaborn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t>UI: Streamlit (7-tab interactive dashboard)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t>Hardware: Intel i5/i7, 16 GB RAM, NVIDIA RTX GPU (optional)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240AA7-ACBA-6CC8-C67C-FB16D1F5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Feasibility, Risk and Challenges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07/10/2026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CF922E5-3869-BACF-D57D-A6E439B7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6DD06387-97D0-39D2-34A2-A189B9C87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A1C04632-2C25-41CF-16BF-7E21BD7B277A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algn="just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Open-source ML stack (PyTorch, YOLOv8, Scikit-Learn) — zero licensing cost.</a:t>
            </a:r>
          </a:p>
          <a:p>
            <a:pPr algn="just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Modular decoupled pipeline (detection, PCU, signal, UI) — easy to upgrade.</a:t>
            </a:r>
          </a:p>
          <a:p>
            <a:pPr algn="just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Transfer learning (pre-trained Faster R-CNN &amp; YOLOv8) — rapid convergence.</a:t>
            </a:r>
          </a:p>
          <a:p>
            <a:pPr algn="just"/>
            <a:r>
              <a:t>• Lazy batch loading supports 9 GB dataset on consumer laptops.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Works with standard RGB CCTV — no road induction sensors needed.</a:t>
            </a:r>
          </a:p>
          <a:p>
            <a:pPr algn="just"/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B287D6E2-D2A8-8A09-D852-F8844378CEC8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and Challenges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Image quality degrades in dense fog, heavy rain, or night without IR.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Severe visual occlusion (motorcycle hidden behind truck) causes missed counts.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Static RGB cameras may miss thermal/infrared vehicle signatures.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Signal timing is simulation-based, not physically wired to real hardware.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Single-intersection scope; no cooperative multi-intersection logic yet.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4BEEC87A-A354-40E4-44C7-0E984250BF0A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Infrared/thermal cameras can be added as future hardware upgrade.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t>• Ensemble detection + tracking reduces occlusion-related missed counts.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t>• Arduino/Raspberry Pi relay integration planned for physical deployment.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t>• Streamlit dashboard provides visual fallback for operator override.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Applications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07/10/2026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EE1DBB35-58EA-739D-2CD4-B03EDDE7BA67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4147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 — Model Benchmark Results</a:t>
            </a:r>
          </a:p>
          <a:p>
            <a:pPr mar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               | Precision | Recall | F1    | mAP@0.5 | FPS</a:t>
            </a:r>
          </a:p>
          <a:p>
            <a:pPr marL="0" indent="0" algn="just">
              <a:buNone/>
            </a:pPr>
            <a:r>
              <a:t>Custom CNN (Iter 1)  |   0.742   |  0.698 | 0.719 |  0.712  | 42.5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t>Faster R-CNN (Iter 2)|   0.881   |  0.854 | 0.867 |  0.862  | 18.2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t>YOLOv8 Small (Final) |   0.915   |  0.892 | 0.903 |  0.908  | 65.0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t>Random Forest Tabular: 94.2% Accuracy | MAE 1.82 s | ROC-AUC &gt; 0.94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D9EE1A65-5554-8149-DD9A-F4A84BC9A521}"/>
              </a:ext>
            </a:extLst>
          </p:cNvPr>
          <p:cNvSpPr txBox="1">
            <a:spLocks/>
          </p:cNvSpPr>
          <p:nvPr/>
        </p:nvSpPr>
        <p:spPr>
          <a:xfrm>
            <a:off x="528320" y="5325979"/>
            <a:ext cx="11135360" cy="10303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Smart city traffic signal control at urban intersections.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t>• Emergency vehicle priority preemption &amp; clearance corridors.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t>• Real-time traffic density monitoring via CCTV analytics.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t>• Transport authority dashboards for congestion reporting.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t>• Integration with GPS navigation for adaptive routing.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2361FE-0713-93E6-DB86-E7964832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04127E-C73E-C2B8-523A-E1BCE6D6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Conclusion, Limitations &amp; Future Scope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072919A-FB09-BDBD-EB1B-AC9C345A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7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7532C21-FD78-2AEE-FF81-92AB93C9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07/10/2026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3F0DB14-E55E-F110-C797-B68990B5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28924AA9-C1C9-5F20-B7B4-5C66E415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D9DE962E-8FA1-1659-E5F2-3EBFA857DF56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243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CogniSignal successfully demonstrates an adaptive multi-model ML pipeline</a:t>
            </a:r>
          </a:p>
          <a:p>
            <a:pPr marL="0" indent="0" algn="just">
              <a:buNone/>
            </a:pPr>
            <a:r>
              <a:t>for real-time traffic signal optimization. By combining PyTorch deep learning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t>object detection, PCU load weighting, and tabular Random Forest models, the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dynamically adjusts green-light durations (15 s – 90 s) based on live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density — reducing congestion without costly hardware upgrades.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A7714C8B-8CE9-ACE7-94F1-0BFA4EB5B338}"/>
              </a:ext>
            </a:extLst>
          </p:cNvPr>
          <p:cNvSpPr txBox="1">
            <a:spLocks/>
          </p:cNvSpPr>
          <p:nvPr/>
        </p:nvSpPr>
        <p:spPr>
          <a:xfrm>
            <a:off x="6232358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Physical microcontroller relay integration (Arduino / Raspberry Pi).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Multi-intersection cooperative reinforcement learning (MARL).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Emergency vehicle acoustic &amp; visual priority preemption.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Night-mode support via infrared / thermal camera feeds.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Edge deployment on embedded GPU (Jetson Nano).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A053D1FB-4EE1-2E64-D1C8-8DCF2C5E10E8}"/>
              </a:ext>
            </a:extLst>
          </p:cNvPr>
          <p:cNvSpPr txBox="1">
            <a:spLocks/>
          </p:cNvSpPr>
          <p:nvPr/>
        </p:nvSpPr>
        <p:spPr>
          <a:xfrm>
            <a:off x="528320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Image quality degrades in heavy fog / night without infrared sensors.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Signal actuation is simulation-based, not physically wired to hardware.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Trained on a single dataset; real-world generalization needs broader data.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Single-intersection scope — no multi-intersection cooperation yet.</a:t>
            </a:r>
          </a:p>
        </p:txBody>
      </p:sp>
    </p:spTree>
    <p:extLst>
      <p:ext uri="{BB962C8B-B14F-4D97-AF65-F5344CB8AC3E}">
        <p14:creationId xmlns:p14="http://schemas.microsoft.com/office/powerpoint/2010/main" val="58077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8</a:t>
            </a:fld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xmlns="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3" y="5210996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MITHUN PRASATH LOGESH, GIRISH.R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Business Systems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xmlns="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07/10/2026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E233C03-9E8E-963B-6AEE-A6F08D16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5" y="136525"/>
            <a:ext cx="6698746" cy="1333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6DAC499-8CE4-9EB6-4C6F-AF24243B97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88" y="1646945"/>
            <a:ext cx="4782020" cy="3386700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85787E0A-82D9-5CAB-8C09-1F3F24B0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62006C30-F416-F103-AA83-A6555D710B62}"/>
              </a:ext>
            </a:extLst>
          </p:cNvPr>
          <p:cNvGrpSpPr/>
          <p:nvPr/>
        </p:nvGrpSpPr>
        <p:grpSpPr>
          <a:xfrm>
            <a:off x="702620" y="3285299"/>
            <a:ext cx="3014358" cy="1775255"/>
            <a:chOff x="702620" y="3285299"/>
            <a:chExt cx="3014358" cy="1775255"/>
          </a:xfrm>
        </p:grpSpPr>
        <p:pic>
          <p:nvPicPr>
            <p:cNvPr id="4" name="Picture 3" descr="Video - Free technology icons">
              <a:extLst>
                <a:ext uri="{FF2B5EF4-FFF2-40B4-BE49-F238E27FC236}">
                  <a16:creationId xmlns:a16="http://schemas.microsoft.com/office/drawing/2014/main" xmlns="" id="{20AF4B87-C09B-B0BF-63C8-DF3D52FD4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05024" y="3285299"/>
              <a:ext cx="997561" cy="997561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xmlns="" id="{B7369601-F94C-8283-5031-C1F98541F694}"/>
                </a:ext>
              </a:extLst>
            </p:cNvPr>
            <p:cNvSpPr txBox="1">
              <a:spLocks/>
            </p:cNvSpPr>
            <p:nvPr/>
          </p:nvSpPr>
          <p:spPr>
            <a:xfrm>
              <a:off x="702620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Video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the Direct URL/Drive link of your project in voice over video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1EB63A19-86CA-308B-4F8B-37E96DFBBAB8}"/>
              </a:ext>
            </a:extLst>
          </p:cNvPr>
          <p:cNvGrpSpPr/>
          <p:nvPr/>
        </p:nvGrpSpPr>
        <p:grpSpPr>
          <a:xfrm>
            <a:off x="8475018" y="3344430"/>
            <a:ext cx="3014358" cy="1716124"/>
            <a:chOff x="8475018" y="3344430"/>
            <a:chExt cx="3014358" cy="171612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xmlns="" id="{6A4E5C56-C77A-1635-7CC4-71BC5FB9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6553" y="3344430"/>
              <a:ext cx="879298" cy="879298"/>
            </a:xfrm>
            <a:prstGeom prst="rect">
              <a:avLst/>
            </a:prstGeom>
          </p:spPr>
        </p:pic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xmlns="" id="{19622691-213E-2374-E58E-253554DF0409}"/>
                </a:ext>
              </a:extLst>
            </p:cNvPr>
            <p:cNvSpPr txBox="1">
              <a:spLocks/>
            </p:cNvSpPr>
            <p:nvPr/>
          </p:nvSpPr>
          <p:spPr>
            <a:xfrm>
              <a:off x="8475018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 Repository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GitHub: https://github.com/MithunPrasath/Cognisignal</a:t>
              </a:r>
              <a:endParaRPr lang="en-I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1114</Words>
  <Application>Microsoft Office PowerPoint</Application>
  <PresentationFormat>Widescreen</PresentationFormat>
  <Paragraphs>144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B.Tech CSBS(COMPUTER SCIENCE AND BUSINESS SYSTEMS) CB5305 – Machine Learning PBL Project Review</vt:lpstr>
      <vt:lpstr>Problem &amp; Objectives</vt:lpstr>
      <vt:lpstr>Input, Analysis &amp; Insights</vt:lpstr>
      <vt:lpstr> Technical Approach</vt:lpstr>
      <vt:lpstr> Feasibility, Risk and Challenges</vt:lpstr>
      <vt:lpstr> Result and Applications </vt:lpstr>
      <vt:lpstr>Conclusion, Limitations &amp; Future Scope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CB5305 – Machine Learning PBL Project Review</dc:title>
  <dc:creator>ayeesha nasreen</dc:creator>
  <cp:lastModifiedBy>Ramesh</cp:lastModifiedBy>
  <cp:revision>22</cp:revision>
  <dcterms:created xsi:type="dcterms:W3CDTF">2025-03-10T15:11:33Z</dcterms:created>
  <dcterms:modified xsi:type="dcterms:W3CDTF">2026-10-07T17:11:32Z</dcterms:modified>
</cp:coreProperties>
</file>